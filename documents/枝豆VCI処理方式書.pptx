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autoCompressPictures="0" conformance="strict">
  <p:sldMasterIdLst>
    <p:sldMasterId id="2147483696" r:id="rId1"/>
  </p:sldMasterIdLst>
  <p:notesMasterIdLst>
    <p:notesMasterId r:id="rId9"/>
  </p:notesMasterIdLst>
  <p:sldIdLst>
    <p:sldId id="291" r:id="rId2"/>
    <p:sldId id="374" r:id="rId3"/>
    <p:sldId id="377" r:id="rId4"/>
    <p:sldId id="379" r:id="rId5"/>
    <p:sldId id="378" r:id="rId6"/>
    <p:sldId id="376" r:id="rId7"/>
    <p:sldId id="375" r:id="rId8"/>
  </p:sldIdLst>
  <p:sldSz cx="48772763" cy="27432000"/>
  <p:notesSz cx="6858000" cy="9144000"/>
  <p:defaultTextStyle>
    <a:defPPr>
      <a:defRPr lang="ja-JP"/>
    </a:defPPr>
    <a:lvl1pPr marL="0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153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0"/>
    <a:srgbClr val="0000FF"/>
    <a:srgbClr val="373737"/>
    <a:srgbClr val="200000"/>
    <a:srgbClr val="C0FFFF"/>
    <a:srgbClr val="FFC0FF"/>
    <a:srgbClr val="FFFFC0"/>
    <a:srgbClr val="0040FF"/>
    <a:srgbClr val="C0FF80"/>
    <a:srgbClr val="FF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4.806%" autoAdjust="0"/>
    <p:restoredTop sz="89.061%" autoAdjust="0"/>
  </p:normalViewPr>
  <p:slideViewPr>
    <p:cSldViewPr snapToGrid="0">
      <p:cViewPr varScale="1">
        <p:scale>
          <a:sx n="24" d="100"/>
          <a:sy n="24" d="100"/>
        </p:scale>
        <p:origin x="714" y="60"/>
      </p:cViewPr>
      <p:guideLst>
        <p:guide orient="horz" pos="8640"/>
        <p:guide pos="1536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0" d="100"/>
          <a:sy n="70" d="100"/>
        </p:scale>
        <p:origin x="2697" y="45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tableStyles" Target="tableStyle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theme" Target="theme/theme1.xml"/><Relationship Id="rId2" Type="http://purl.oclc.org/ooxml/officeDocument/relationships/slide" Target="slides/slide1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viewProps" Target="viewProps.xml"/><Relationship Id="rId5" Type="http://purl.oclc.org/ooxml/officeDocument/relationships/slide" Target="slides/slide4.xml"/><Relationship Id="rId10" Type="http://purl.oclc.org/ooxml/officeDocument/relationships/presProps" Target="presProps.xml"/><Relationship Id="rId4" Type="http://purl.oclc.org/ooxml/officeDocument/relationships/slide" Target="slides/slide3.xml"/><Relationship Id="rId9" Type="http://purl.oclc.org/ooxml/officeDocument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85080-225C-49FE-9CAF-E71EC8675E49}" type="datetimeFigureOut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9ECBA-9D34-4336-8809-B056B81524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7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1pPr>
    <a:lvl2pPr marL="2438342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2pPr>
    <a:lvl3pPr marL="4876684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3pPr>
    <a:lvl4pPr marL="7315022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4pPr>
    <a:lvl5pPr marL="9753360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5pPr>
    <a:lvl6pPr marL="12191698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6pPr>
    <a:lvl7pPr marL="14630039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7pPr>
    <a:lvl8pPr marL="17068373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8pPr>
    <a:lvl9pPr marL="19506715" algn="l" defTabSz="4876684" rtl="0" eaLnBrk="1" latinLnBrk="0" hangingPunct="1">
      <a:defRPr kumimoji="1" sz="6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.xml"/><Relationship Id="rId1" Type="http://purl.oclc.org/ooxml/officeDocument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purl.oclc.org/ooxml/officeDocument/relationships/slide" Target="../slides/slide4.xml"/><Relationship Id="rId1" Type="http://purl.oclc.org/ooxml/officeDocument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purl.oclc.org/ooxml/officeDocument/relationships/slide" Target="../slides/slide5.xml"/><Relationship Id="rId1" Type="http://purl.oclc.org/ooxml/officeDocument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purl.oclc.org/ooxml/officeDocument/relationships/slide" Target="../slides/slide6.xml"/><Relationship Id="rId1" Type="http://purl.oclc.org/ooxml/officeDocument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purl.oclc.org/ooxml/officeDocument/relationships/slide" Target="../slides/slide7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9ECBA-9D34-4336-8809-B056B8152481}" type="slidenum">
              <a:rPr lang="ja-JP" altLang="en-US" smtClean="0">
                <a:solidFill>
                  <a:prstClr val="black"/>
                </a:solidFill>
              </a:rPr>
              <a:pPr/>
              <a:t>1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889076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ECBA-9D34-4336-8809-B056B815248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12310"/>
      </p:ext>
    </p:extLst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ECBA-9D34-4336-8809-B056B815248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131535"/>
      </p:ext>
    </p:extLst>
  </p:cSld>
  <p:clrMapOvr>
    <a:masterClrMapping/>
  </p:clrMapOvr>
</p:notes>
</file>

<file path=ppt/notesSlides/notesSlide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ECBA-9D34-4336-8809-B056B815248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2974073"/>
      </p:ext>
    </p:extLst>
  </p:cSld>
  <p:clrMapOvr>
    <a:masterClrMapping/>
  </p:clrMapOvr>
</p:notes>
</file>

<file path=ppt/notesSlides/notesSlide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ECBA-9D34-4336-8809-B056B815248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0957613"/>
      </p:ext>
    </p:extLst>
  </p:cSld>
  <p:clrMapOvr>
    <a:masterClrMapping/>
  </p:clrMapOvr>
</p:notes>
</file>

<file path=ppt/notesSlides/notesSlide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ECBA-9D34-4336-8809-B056B815248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312397"/>
      </p:ext>
    </p:extLst>
  </p:cSld>
  <p:clrMapOvr>
    <a:masterClrMapping/>
  </p:clrMapOvr>
</p:notes>
</file>

<file path=ppt/notesSlides/notesSlide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9ECBA-9D34-4336-8809-B056B815248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0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596" y="4489452"/>
            <a:ext cx="36579572" cy="955040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596" y="14408152"/>
            <a:ext cx="36579572" cy="6623048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444847" y="25297818"/>
            <a:ext cx="10973872" cy="1460500"/>
          </a:xfrm>
        </p:spPr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5553739"/>
      </p:ext>
    </p:extLst>
  </p:cSld>
  <p:clrMapOvr>
    <a:masterClrMapping/>
  </p:clrMapOvr>
  <p:hf hdr="0" ftr="0" dt="0"/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4155944"/>
      </p:ext>
    </p:extLst>
  </p:cSld>
  <p:clrMapOvr>
    <a:masterClrMapping/>
  </p:clrMapOvr>
  <p:hf hdr="0" ftr="0" dt="0"/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7725" y="6838954"/>
            <a:ext cx="42066508" cy="11410948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7725" y="18357854"/>
            <a:ext cx="42066508" cy="6000748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>
                    <a:tint val="75%"/>
                  </a:schemeClr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%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%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%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%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%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%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%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0988528"/>
      </p:ext>
    </p:extLst>
  </p:cSld>
  <p:clrMapOvr>
    <a:masterClrMapping/>
  </p:clrMapOvr>
  <p:hf hdr="0" ftr="0" dt="0"/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3128" y="7302500"/>
            <a:ext cx="20728424" cy="17405352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91211" y="7302500"/>
            <a:ext cx="20728424" cy="17405352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9119369"/>
      </p:ext>
    </p:extLst>
  </p:cSld>
  <p:clrMapOvr>
    <a:masterClrMapping/>
  </p:clrMapOvr>
  <p:hf hdr="0" ftr="0" dt="0"/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480" y="1460502"/>
            <a:ext cx="42066508" cy="5302252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482" y="6724652"/>
            <a:ext cx="20633163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9482" y="10020300"/>
            <a:ext cx="20633163" cy="14738352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91211" y="6724652"/>
            <a:ext cx="20734777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91211" y="10020300"/>
            <a:ext cx="20734777" cy="14738352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44241364"/>
      </p:ext>
    </p:extLst>
  </p:cSld>
  <p:clrMapOvr>
    <a:masterClrMapping/>
  </p:clrMapOvr>
  <p:hf hdr="0" ftr="0" dt="0"/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1767223"/>
      </p:ext>
    </p:extLst>
  </p:cSld>
  <p:clrMapOvr>
    <a:masterClrMapping/>
  </p:clrMapOvr>
  <p:hf hdr="0" ftr="0" dt="0"/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785408"/>
      </p:ext>
    </p:extLst>
  </p:cSld>
  <p:clrMapOvr>
    <a:masterClrMapping/>
  </p:clrMapOvr>
  <p:hf hdr="0" ftr="0" dt="0"/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482" y="1828800"/>
            <a:ext cx="15730484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4777" y="3949702"/>
            <a:ext cx="24691211" cy="19494500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482" y="8229600"/>
            <a:ext cx="15730484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2908086"/>
      </p:ext>
    </p:extLst>
  </p:cSld>
  <p:clrMapOvr>
    <a:masterClrMapping/>
  </p:clrMapOvr>
  <p:hf hdr="0" ftr="0" dt="0"/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482" y="1828800"/>
            <a:ext cx="15730484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34777" y="3949702"/>
            <a:ext cx="24691211" cy="19494500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482" y="8229600"/>
            <a:ext cx="15730484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62668563"/>
      </p:ext>
    </p:extLst>
  </p:cSld>
  <p:clrMapOvr>
    <a:masterClrMapping/>
  </p:clrMapOvr>
  <p:hf hdr="0" ftr="0" dt="0"/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8553413"/>
      </p:ext>
    </p:extLst>
  </p:cSld>
  <p:clrMapOvr>
    <a:masterClrMapping/>
  </p:clrMapOvr>
  <p:hf hdr="0" ftr="0" dt="0"/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903009" y="1460500"/>
            <a:ext cx="10516627" cy="23247352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3127" y="1460500"/>
            <a:ext cx="30940222" cy="23247352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783769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gradFill flip="none" rotWithShape="1">
          <a:gsLst>
            <a:gs pos="75%">
              <a:srgbClr val="46435A"/>
            </a:gs>
            <a:gs pos="50%">
              <a:srgbClr val="1C1934"/>
            </a:gs>
            <a:gs pos="25%">
              <a:srgbClr val="010009"/>
            </a:gs>
            <a:gs pos="0%">
              <a:srgbClr val="000000"/>
            </a:gs>
            <a:gs pos="100%">
              <a:srgbClr val="61607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128" y="1460502"/>
            <a:ext cx="42066508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128" y="7302500"/>
            <a:ext cx="42066508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3127" y="25425402"/>
            <a:ext cx="10973872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9DD1667A-4426-4572-899A-F633A942958D}" type="datetime1">
              <a:rPr kumimoji="1" lang="ja-JP" altLang="en-US" smtClean="0"/>
              <a:t>2024/1/17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55978" y="25425402"/>
            <a:ext cx="16460808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444847" y="25297818"/>
            <a:ext cx="10973872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3AB8B771-B4B4-410A-BAD7-4A697C813D5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624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3657600" rtl="0" eaLnBrk="1" latinLnBrk="0" hangingPunct="1">
        <a:lnSpc>
          <a:spcPct val="90%"/>
        </a:lnSpc>
        <a:spcBef>
          <a:spcPct val="0%"/>
        </a:spcBef>
        <a:buNone/>
        <a:defRPr kumimoji="1"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%"/>
        </a:lnSpc>
        <a:spcBef>
          <a:spcPts val="4000"/>
        </a:spcBef>
        <a:buFont typeface="Arial" panose="020B0604020202020204" pitchFamily="34" charset="0"/>
        <a:buChar char="•"/>
        <a:defRPr kumimoji="1"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%"/>
        </a:lnSpc>
        <a:spcBef>
          <a:spcPts val="2000"/>
        </a:spcBef>
        <a:buFont typeface="Arial" panose="020B0604020202020204" pitchFamily="34" charset="0"/>
        <a:buChar char="•"/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kumimoji="1"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.xml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purl.oclc.org/ooxml/officeDocument/relationships/image" Target="../media/image1.png"/><Relationship Id="rId2" Type="http://purl.oclc.org/ooxml/officeDocument/relationships/notesSlide" Target="../notesSlides/notesSlide3.xml"/><Relationship Id="rId1" Type="http://purl.oclc.org/ooxml/officeDocument/relationships/slideLayout" Target="../slideLayouts/slideLayout6.xml"/><Relationship Id="rId4" Type="http://purl.oclc.org/ooxml/officeDocument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4.xml"/><Relationship Id="rId1" Type="http://purl.oclc.org/ooxml/officeDocument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.xml"/><Relationship Id="rId1" Type="http://purl.oclc.org/ooxml/officeDocument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.xml"/><Relationship Id="rId1" Type="http://purl.oclc.org/ooxml/officeDocument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7.xml"/><Relationship Id="rId1" Type="http://purl.oclc.org/ooxml/officeDocument/relationships/slideLayout" Target="../slideLayouts/slideLayout6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948821" y="2715692"/>
            <a:ext cx="44875120" cy="15702920"/>
          </a:xfrm>
        </p:spPr>
        <p:txBody>
          <a:bodyPr anchor="ctr">
            <a:noAutofit/>
          </a:bodyPr>
          <a:lstStyle/>
          <a:p>
            <a:pPr>
              <a:lnSpc>
                <a:spcPct val="150%"/>
              </a:lnSpc>
            </a:pPr>
            <a:r>
              <a:rPr lang="ja-JP" altLang="en-US" sz="19200" b="1" dirty="0">
                <a:solidFill>
                  <a:srgbClr val="FFFF00"/>
                </a:solidFill>
                <a:latin typeface="+mj-ea"/>
              </a:rPr>
              <a:t>枝豆</a:t>
            </a:r>
            <a:r>
              <a:rPr lang="en-US" altLang="ja-JP" sz="19200" b="1" dirty="0">
                <a:solidFill>
                  <a:srgbClr val="FFFF00"/>
                </a:solidFill>
                <a:latin typeface="+mj-ea"/>
              </a:rPr>
              <a:t>VCI</a:t>
            </a:r>
            <a:r>
              <a:rPr lang="ja-JP" altLang="en-US" sz="19200" b="1" dirty="0">
                <a:solidFill>
                  <a:srgbClr val="FFFF00"/>
                </a:solidFill>
                <a:latin typeface="+mj-ea"/>
              </a:rPr>
              <a:t>処理方式書</a:t>
            </a:r>
            <a:br>
              <a:rPr lang="en-US" altLang="ja-JP" sz="19200" b="1" dirty="0">
                <a:solidFill>
                  <a:srgbClr val="FFFF00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rPr>
            </a:br>
            <a:endParaRPr lang="ja-JP" altLang="en-US" sz="19600" b="1" dirty="0">
              <a:solidFill>
                <a:srgbClr val="80FFFF"/>
              </a:solidFill>
              <a:latin typeface="Hiragino Sans W7" panose="020B0400000000000000" pitchFamily="34" charset="-128"/>
              <a:ea typeface="Hiragino Sans W7" panose="020B0400000000000000" pitchFamily="34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948821" y="17651900"/>
            <a:ext cx="44875120" cy="6003232"/>
          </a:xfrm>
        </p:spPr>
        <p:txBody>
          <a:bodyPr vert="horz" lIns="91440" tIns="45720" rIns="1872000" bIns="45720" rtlCol="0" anchor="b">
            <a:noAutofit/>
          </a:bodyPr>
          <a:lstStyle/>
          <a:p>
            <a:pPr algn="r">
              <a:lnSpc>
                <a:spcPct val="125%"/>
              </a:lnSpc>
              <a:spcBef>
                <a:spcPts val="0"/>
              </a:spcBef>
            </a:pPr>
            <a:r>
              <a:rPr lang="en-US" altLang="ja-JP" dirty="0">
                <a:latin typeface="+mn-ea"/>
              </a:rPr>
              <a:t>SKA’s</a:t>
            </a:r>
            <a:r>
              <a:rPr lang="ja-JP" altLang="en-US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Web</a:t>
            </a:r>
            <a:r>
              <a:rPr lang="ja-JP" altLang="en-US" dirty="0">
                <a:latin typeface="+mn-ea"/>
              </a:rPr>
              <a:t> びん</a:t>
            </a:r>
            <a:endParaRPr lang="en-US" altLang="ja-JP" dirty="0">
              <a:latin typeface="+mn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>
                <a:solidFill>
                  <a:srgbClr val="FFFFFF">
                    <a:tint val="75%"/>
                  </a:srgbClr>
                </a:solidFill>
              </a:rPr>
              <a:pPr/>
              <a:t>1</a:t>
            </a:fld>
            <a:endParaRPr lang="ja-JP" altLang="en-US" dirty="0">
              <a:solidFill>
                <a:srgbClr val="FFFFFF">
                  <a:tint val="75%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347530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2381" y="0"/>
            <a:ext cx="48768000" cy="3921656"/>
          </a:xfrm>
        </p:spPr>
        <p:txBody>
          <a:bodyPr vert="horz" lIns="1920000" tIns="1540800" rIns="1920000" bIns="182880" rtlCol="0" anchor="t" anchorCtr="0">
            <a:noAutofit/>
          </a:bodyPr>
          <a:lstStyle/>
          <a:p>
            <a:pPr>
              <a:lnSpc>
                <a:spcPct val="100%"/>
              </a:lnSpc>
              <a:spcBef>
                <a:spcPts val="0"/>
              </a:spcBef>
            </a:pPr>
            <a:r>
              <a:rPr lang="ja-JP" altLang="en-US" sz="11200" b="1" dirty="0">
                <a:latin typeface="+mj-ea"/>
              </a:rPr>
              <a:t>用語集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>
                <a:solidFill>
                  <a:srgbClr val="FFFFFF">
                    <a:tint val="75%"/>
                  </a:srgbClr>
                </a:solidFill>
              </a:rPr>
              <a:pPr/>
              <a:t>2</a:t>
            </a:fld>
            <a:endParaRPr lang="ja-JP" altLang="en-US">
              <a:solidFill>
                <a:srgbClr val="FFFFFF">
                  <a:tint val="75%"/>
                </a:srgb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2381" y="3365072"/>
            <a:ext cx="48768000" cy="0"/>
          </a:xfrm>
          <a:prstGeom prst="line">
            <a:avLst/>
          </a:prstGeom>
          <a:ln w="1016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8">
            <a:extLst>
              <a:ext uri="{FF2B5EF4-FFF2-40B4-BE49-F238E27FC236}">
                <a16:creationId xmlns:a16="http://schemas.microsoft.com/office/drawing/2014/main" id="{F4AF0DA2-4D71-2E49-B5EB-5FD432953F8F}"/>
              </a:ext>
            </a:extLst>
          </p:cNvPr>
          <p:cNvSpPr txBox="1"/>
          <p:nvPr/>
        </p:nvSpPr>
        <p:spPr>
          <a:xfrm>
            <a:off x="4019436" y="5583088"/>
            <a:ext cx="36042631" cy="10898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lnSpc>
                <a:spcPct val="150%"/>
              </a:lnSpc>
              <a:buFont typeface="Arial" panose="020B0604020202020204" pitchFamily="34" charset="0"/>
              <a:buChar char="•"/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枝豆（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Edamame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）：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						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莢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1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つ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  <a:p>
            <a:pPr marL="1143000" lvl="0" indent="-1143000">
              <a:lnSpc>
                <a:spcPct val="150%"/>
              </a:lnSpc>
              <a:buFont typeface="Arial" panose="020B0604020202020204" pitchFamily="34" charset="0"/>
              <a:buChar char="•"/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枝豆々（</a:t>
            </a:r>
            <a:r>
              <a:rPr lang="en-US" altLang="ja-JP" sz="9600" dirty="0" err="1">
                <a:solidFill>
                  <a:srgbClr val="FFFFFF"/>
                </a:solidFill>
                <a:latin typeface="+mn-ea"/>
              </a:rPr>
              <a:t>Edamamemame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）：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	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枝豆（莢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1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つ）の複数形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  <a:p>
            <a:pPr marL="1143000" lvl="0" indent="-1143000">
              <a:lnSpc>
                <a:spcPct val="150%"/>
              </a:lnSpc>
              <a:buFont typeface="Arial" panose="020B0604020202020204" pitchFamily="34" charset="0"/>
              <a:buChar char="•"/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豆（お豆さん、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Mame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）：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			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豆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1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粒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  <a:p>
            <a:pPr marL="1143000" lvl="0" indent="-1143000">
              <a:lnSpc>
                <a:spcPct val="150%"/>
              </a:lnSpc>
              <a:buFont typeface="Arial" panose="020B0604020202020204" pitchFamily="34" charset="0"/>
              <a:buChar char="•"/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豆々（</a:t>
            </a:r>
            <a:r>
              <a:rPr lang="en-US" altLang="ja-JP" sz="9600" dirty="0" err="1">
                <a:solidFill>
                  <a:srgbClr val="FFFFFF"/>
                </a:solidFill>
                <a:latin typeface="+mn-ea"/>
              </a:rPr>
              <a:t>Mamemame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）：</a:t>
            </a:r>
            <a:r>
              <a:rPr lang="en-US" altLang="ja-JP" sz="9600" dirty="0">
                <a:solidFill>
                  <a:srgbClr val="FFFFFF"/>
                </a:solidFill>
                <a:latin typeface="+mn-ea"/>
              </a:rPr>
              <a:t>				</a:t>
            </a: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豆の複数形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  <a:p>
            <a:pPr lvl="0">
              <a:lnSpc>
                <a:spcPct val="150%"/>
              </a:lnSpc>
            </a:pPr>
            <a:endParaRPr lang="en-US" altLang="ja-JP" sz="96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FBD145E-58C2-3EC3-50A6-65DD84C3D01A}"/>
              </a:ext>
            </a:extLst>
          </p:cNvPr>
          <p:cNvSpPr/>
          <p:nvPr/>
        </p:nvSpPr>
        <p:spPr>
          <a:xfrm>
            <a:off x="36081446" y="6348268"/>
            <a:ext cx="3538330" cy="1086378"/>
          </a:xfrm>
          <a:custGeom>
            <a:avLst/>
            <a:gdLst>
              <a:gd name="connsiteX0" fmla="*/ 79512 w 3538330"/>
              <a:gd name="connsiteY0" fmla="*/ 0 h 1192695"/>
              <a:gd name="connsiteX1" fmla="*/ 3260034 w 3538330"/>
              <a:gd name="connsiteY1" fmla="*/ 79513 h 1192695"/>
              <a:gd name="connsiteX2" fmla="*/ 3140764 w 3538330"/>
              <a:gd name="connsiteY2" fmla="*/ 159026 h 1192695"/>
              <a:gd name="connsiteX3" fmla="*/ 3021496 w 3538330"/>
              <a:gd name="connsiteY3" fmla="*/ 198782 h 1192695"/>
              <a:gd name="connsiteX4" fmla="*/ 2946500 w 3538330"/>
              <a:gd name="connsiteY4" fmla="*/ 225770 h 1192695"/>
              <a:gd name="connsiteX5" fmla="*/ 3299792 w 3538330"/>
              <a:gd name="connsiteY5" fmla="*/ 238539 h 1192695"/>
              <a:gd name="connsiteX6" fmla="*/ 3419060 w 3538330"/>
              <a:gd name="connsiteY6" fmla="*/ 39756 h 1192695"/>
              <a:gd name="connsiteX7" fmla="*/ 3538330 w 3538330"/>
              <a:gd name="connsiteY7" fmla="*/ 159026 h 1192695"/>
              <a:gd name="connsiteX8" fmla="*/ 3419060 w 3538330"/>
              <a:gd name="connsiteY8" fmla="*/ 397565 h 1192695"/>
              <a:gd name="connsiteX9" fmla="*/ 3339548 w 3538330"/>
              <a:gd name="connsiteY9" fmla="*/ 675860 h 1192695"/>
              <a:gd name="connsiteX10" fmla="*/ 3299792 w 3538330"/>
              <a:gd name="connsiteY10" fmla="*/ 795130 h 1192695"/>
              <a:gd name="connsiteX11" fmla="*/ 3180520 w 3538330"/>
              <a:gd name="connsiteY11" fmla="*/ 914400 h 1192695"/>
              <a:gd name="connsiteX12" fmla="*/ 2941982 w 3538330"/>
              <a:gd name="connsiteY12" fmla="*/ 1152939 h 1192695"/>
              <a:gd name="connsiteX13" fmla="*/ 2186608 w 3538330"/>
              <a:gd name="connsiteY13" fmla="*/ 1192695 h 1192695"/>
              <a:gd name="connsiteX14" fmla="*/ 1868556 w 3538330"/>
              <a:gd name="connsiteY14" fmla="*/ 1152939 h 1192695"/>
              <a:gd name="connsiteX15" fmla="*/ 1311964 w 3538330"/>
              <a:gd name="connsiteY15" fmla="*/ 1113182 h 1192695"/>
              <a:gd name="connsiteX16" fmla="*/ 1192696 w 3538330"/>
              <a:gd name="connsiteY16" fmla="*/ 1073426 h 1192695"/>
              <a:gd name="connsiteX17" fmla="*/ 954156 w 3538330"/>
              <a:gd name="connsiteY17" fmla="*/ 1033669 h 1192695"/>
              <a:gd name="connsiteX18" fmla="*/ 636104 w 3538330"/>
              <a:gd name="connsiteY18" fmla="*/ 795130 h 1192695"/>
              <a:gd name="connsiteX19" fmla="*/ 357808 w 3538330"/>
              <a:gd name="connsiteY19" fmla="*/ 516834 h 1192695"/>
              <a:gd name="connsiteX20" fmla="*/ 238540 w 3538330"/>
              <a:gd name="connsiteY20" fmla="*/ 437321 h 1192695"/>
              <a:gd name="connsiteX21" fmla="*/ 0 w 3538330"/>
              <a:gd name="connsiteY21" fmla="*/ 119269 h 1192695"/>
              <a:gd name="connsiteX22" fmla="*/ 388370 w 3538330"/>
              <a:gd name="connsiteY22" fmla="*/ 133307 h 1192695"/>
              <a:gd name="connsiteX23" fmla="*/ 369796 w 3538330"/>
              <a:gd name="connsiteY23" fmla="*/ 123318 h 1192695"/>
              <a:gd name="connsiteX24" fmla="*/ 278296 w 3538330"/>
              <a:gd name="connsiteY24" fmla="*/ 79513 h 1192695"/>
              <a:gd name="connsiteX25" fmla="*/ 79512 w 3538330"/>
              <a:gd name="connsiteY25" fmla="*/ 0 h 11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538330" h="1192695">
                <a:moveTo>
                  <a:pt x="79512" y="0"/>
                </a:moveTo>
                <a:lnTo>
                  <a:pt x="3260034" y="79513"/>
                </a:lnTo>
                <a:cubicBezTo>
                  <a:pt x="3260034" y="161176"/>
                  <a:pt x="3272606" y="115079"/>
                  <a:pt x="3140764" y="159026"/>
                </a:cubicBezTo>
                <a:lnTo>
                  <a:pt x="3021496" y="198782"/>
                </a:lnTo>
                <a:lnTo>
                  <a:pt x="2946500" y="225770"/>
                </a:lnTo>
                <a:lnTo>
                  <a:pt x="3299792" y="238539"/>
                </a:lnTo>
                <a:cubicBezTo>
                  <a:pt x="3299792" y="177124"/>
                  <a:pt x="3266712" y="14364"/>
                  <a:pt x="3419060" y="39756"/>
                </a:cubicBezTo>
                <a:cubicBezTo>
                  <a:pt x="3474520" y="48999"/>
                  <a:pt x="3498572" y="119269"/>
                  <a:pt x="3538330" y="159026"/>
                </a:cubicBezTo>
                <a:cubicBezTo>
                  <a:pt x="3438398" y="458818"/>
                  <a:pt x="3573200" y="89281"/>
                  <a:pt x="3419060" y="397565"/>
                </a:cubicBezTo>
                <a:cubicBezTo>
                  <a:pt x="3387288" y="461109"/>
                  <a:pt x="3356528" y="616422"/>
                  <a:pt x="3339548" y="675860"/>
                </a:cubicBezTo>
                <a:cubicBezTo>
                  <a:pt x="3328034" y="716155"/>
                  <a:pt x="3313044" y="755373"/>
                  <a:pt x="3299792" y="795130"/>
                </a:cubicBezTo>
                <a:lnTo>
                  <a:pt x="3180520" y="914400"/>
                </a:lnTo>
                <a:cubicBezTo>
                  <a:pt x="3101008" y="993913"/>
                  <a:pt x="3050266" y="1122620"/>
                  <a:pt x="2941982" y="1152939"/>
                </a:cubicBezTo>
                <a:lnTo>
                  <a:pt x="2186608" y="1192695"/>
                </a:lnTo>
                <a:cubicBezTo>
                  <a:pt x="2080592" y="1179443"/>
                  <a:pt x="1974960" y="1162612"/>
                  <a:pt x="1868556" y="1152939"/>
                </a:cubicBezTo>
                <a:cubicBezTo>
                  <a:pt x="1683316" y="1136099"/>
                  <a:pt x="1496694" y="1134915"/>
                  <a:pt x="1311964" y="1113182"/>
                </a:cubicBezTo>
                <a:cubicBezTo>
                  <a:pt x="1270344" y="1108286"/>
                  <a:pt x="1233604" y="1082517"/>
                  <a:pt x="1192696" y="1073426"/>
                </a:cubicBezTo>
                <a:cubicBezTo>
                  <a:pt x="1114004" y="1055939"/>
                  <a:pt x="1033668" y="1046921"/>
                  <a:pt x="954156" y="1033669"/>
                </a:cubicBezTo>
                <a:cubicBezTo>
                  <a:pt x="823436" y="1011882"/>
                  <a:pt x="742120" y="874643"/>
                  <a:pt x="636104" y="795130"/>
                </a:cubicBezTo>
                <a:cubicBezTo>
                  <a:pt x="531152" y="716416"/>
                  <a:pt x="455320" y="604596"/>
                  <a:pt x="357808" y="516834"/>
                </a:cubicBezTo>
                <a:cubicBezTo>
                  <a:pt x="322292" y="484870"/>
                  <a:pt x="275246" y="467910"/>
                  <a:pt x="238540" y="437321"/>
                </a:cubicBezTo>
                <a:cubicBezTo>
                  <a:pt x="99408" y="321380"/>
                  <a:pt x="100394" y="286594"/>
                  <a:pt x="0" y="119269"/>
                </a:cubicBezTo>
                <a:lnTo>
                  <a:pt x="388370" y="133307"/>
                </a:lnTo>
                <a:lnTo>
                  <a:pt x="369796" y="123318"/>
                </a:lnTo>
                <a:cubicBezTo>
                  <a:pt x="347940" y="111892"/>
                  <a:pt x="319510" y="97831"/>
                  <a:pt x="278296" y="79513"/>
                </a:cubicBezTo>
                <a:cubicBezTo>
                  <a:pt x="213080" y="50529"/>
                  <a:pt x="145774" y="26504"/>
                  <a:pt x="79512" y="0"/>
                </a:cubicBezTo>
                <a:close/>
              </a:path>
            </a:pathLst>
          </a:cu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7D76BA6-92F3-2A42-340E-DE99913DA112}"/>
              </a:ext>
            </a:extLst>
          </p:cNvPr>
          <p:cNvSpPr/>
          <p:nvPr/>
        </p:nvSpPr>
        <p:spPr>
          <a:xfrm>
            <a:off x="36523737" y="8608112"/>
            <a:ext cx="3538330" cy="1192695"/>
          </a:xfrm>
          <a:custGeom>
            <a:avLst/>
            <a:gdLst>
              <a:gd name="connsiteX0" fmla="*/ 79512 w 3538330"/>
              <a:gd name="connsiteY0" fmla="*/ 0 h 1192695"/>
              <a:gd name="connsiteX1" fmla="*/ 3260034 w 3538330"/>
              <a:gd name="connsiteY1" fmla="*/ 79513 h 1192695"/>
              <a:gd name="connsiteX2" fmla="*/ 3140764 w 3538330"/>
              <a:gd name="connsiteY2" fmla="*/ 159026 h 1192695"/>
              <a:gd name="connsiteX3" fmla="*/ 3021496 w 3538330"/>
              <a:gd name="connsiteY3" fmla="*/ 198782 h 1192695"/>
              <a:gd name="connsiteX4" fmla="*/ 2946500 w 3538330"/>
              <a:gd name="connsiteY4" fmla="*/ 225770 h 1192695"/>
              <a:gd name="connsiteX5" fmla="*/ 3299792 w 3538330"/>
              <a:gd name="connsiteY5" fmla="*/ 238539 h 1192695"/>
              <a:gd name="connsiteX6" fmla="*/ 3419060 w 3538330"/>
              <a:gd name="connsiteY6" fmla="*/ 39756 h 1192695"/>
              <a:gd name="connsiteX7" fmla="*/ 3538330 w 3538330"/>
              <a:gd name="connsiteY7" fmla="*/ 159026 h 1192695"/>
              <a:gd name="connsiteX8" fmla="*/ 3419060 w 3538330"/>
              <a:gd name="connsiteY8" fmla="*/ 397565 h 1192695"/>
              <a:gd name="connsiteX9" fmla="*/ 3339548 w 3538330"/>
              <a:gd name="connsiteY9" fmla="*/ 675860 h 1192695"/>
              <a:gd name="connsiteX10" fmla="*/ 3299792 w 3538330"/>
              <a:gd name="connsiteY10" fmla="*/ 795130 h 1192695"/>
              <a:gd name="connsiteX11" fmla="*/ 3180520 w 3538330"/>
              <a:gd name="connsiteY11" fmla="*/ 914400 h 1192695"/>
              <a:gd name="connsiteX12" fmla="*/ 2941982 w 3538330"/>
              <a:gd name="connsiteY12" fmla="*/ 1152939 h 1192695"/>
              <a:gd name="connsiteX13" fmla="*/ 2186608 w 3538330"/>
              <a:gd name="connsiteY13" fmla="*/ 1192695 h 1192695"/>
              <a:gd name="connsiteX14" fmla="*/ 1868556 w 3538330"/>
              <a:gd name="connsiteY14" fmla="*/ 1152939 h 1192695"/>
              <a:gd name="connsiteX15" fmla="*/ 1311964 w 3538330"/>
              <a:gd name="connsiteY15" fmla="*/ 1113182 h 1192695"/>
              <a:gd name="connsiteX16" fmla="*/ 1192696 w 3538330"/>
              <a:gd name="connsiteY16" fmla="*/ 1073426 h 1192695"/>
              <a:gd name="connsiteX17" fmla="*/ 954156 w 3538330"/>
              <a:gd name="connsiteY17" fmla="*/ 1033669 h 1192695"/>
              <a:gd name="connsiteX18" fmla="*/ 636104 w 3538330"/>
              <a:gd name="connsiteY18" fmla="*/ 795130 h 1192695"/>
              <a:gd name="connsiteX19" fmla="*/ 357808 w 3538330"/>
              <a:gd name="connsiteY19" fmla="*/ 516834 h 1192695"/>
              <a:gd name="connsiteX20" fmla="*/ 238540 w 3538330"/>
              <a:gd name="connsiteY20" fmla="*/ 437321 h 1192695"/>
              <a:gd name="connsiteX21" fmla="*/ 0 w 3538330"/>
              <a:gd name="connsiteY21" fmla="*/ 119269 h 1192695"/>
              <a:gd name="connsiteX22" fmla="*/ 388370 w 3538330"/>
              <a:gd name="connsiteY22" fmla="*/ 133307 h 1192695"/>
              <a:gd name="connsiteX23" fmla="*/ 369796 w 3538330"/>
              <a:gd name="connsiteY23" fmla="*/ 123318 h 1192695"/>
              <a:gd name="connsiteX24" fmla="*/ 278296 w 3538330"/>
              <a:gd name="connsiteY24" fmla="*/ 79513 h 1192695"/>
              <a:gd name="connsiteX25" fmla="*/ 79512 w 3538330"/>
              <a:gd name="connsiteY25" fmla="*/ 0 h 11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538330" h="1192695">
                <a:moveTo>
                  <a:pt x="79512" y="0"/>
                </a:moveTo>
                <a:lnTo>
                  <a:pt x="3260034" y="79513"/>
                </a:lnTo>
                <a:cubicBezTo>
                  <a:pt x="3260034" y="161176"/>
                  <a:pt x="3272606" y="115079"/>
                  <a:pt x="3140764" y="159026"/>
                </a:cubicBezTo>
                <a:lnTo>
                  <a:pt x="3021496" y="198782"/>
                </a:lnTo>
                <a:lnTo>
                  <a:pt x="2946500" y="225770"/>
                </a:lnTo>
                <a:lnTo>
                  <a:pt x="3299792" y="238539"/>
                </a:lnTo>
                <a:cubicBezTo>
                  <a:pt x="3299792" y="177124"/>
                  <a:pt x="3266712" y="14364"/>
                  <a:pt x="3419060" y="39756"/>
                </a:cubicBezTo>
                <a:cubicBezTo>
                  <a:pt x="3474520" y="48999"/>
                  <a:pt x="3498572" y="119269"/>
                  <a:pt x="3538330" y="159026"/>
                </a:cubicBezTo>
                <a:cubicBezTo>
                  <a:pt x="3438398" y="458818"/>
                  <a:pt x="3573200" y="89281"/>
                  <a:pt x="3419060" y="397565"/>
                </a:cubicBezTo>
                <a:cubicBezTo>
                  <a:pt x="3387288" y="461109"/>
                  <a:pt x="3356528" y="616422"/>
                  <a:pt x="3339548" y="675860"/>
                </a:cubicBezTo>
                <a:cubicBezTo>
                  <a:pt x="3328034" y="716155"/>
                  <a:pt x="3313044" y="755373"/>
                  <a:pt x="3299792" y="795130"/>
                </a:cubicBezTo>
                <a:lnTo>
                  <a:pt x="3180520" y="914400"/>
                </a:lnTo>
                <a:cubicBezTo>
                  <a:pt x="3101008" y="993913"/>
                  <a:pt x="3050266" y="1122620"/>
                  <a:pt x="2941982" y="1152939"/>
                </a:cubicBezTo>
                <a:lnTo>
                  <a:pt x="2186608" y="1192695"/>
                </a:lnTo>
                <a:cubicBezTo>
                  <a:pt x="2080592" y="1179443"/>
                  <a:pt x="1974960" y="1162612"/>
                  <a:pt x="1868556" y="1152939"/>
                </a:cubicBezTo>
                <a:cubicBezTo>
                  <a:pt x="1683316" y="1136099"/>
                  <a:pt x="1496694" y="1134915"/>
                  <a:pt x="1311964" y="1113182"/>
                </a:cubicBezTo>
                <a:cubicBezTo>
                  <a:pt x="1270344" y="1108286"/>
                  <a:pt x="1233604" y="1082517"/>
                  <a:pt x="1192696" y="1073426"/>
                </a:cubicBezTo>
                <a:cubicBezTo>
                  <a:pt x="1114004" y="1055939"/>
                  <a:pt x="1033668" y="1046921"/>
                  <a:pt x="954156" y="1033669"/>
                </a:cubicBezTo>
                <a:cubicBezTo>
                  <a:pt x="823436" y="1011882"/>
                  <a:pt x="742120" y="874643"/>
                  <a:pt x="636104" y="795130"/>
                </a:cubicBezTo>
                <a:cubicBezTo>
                  <a:pt x="531152" y="716416"/>
                  <a:pt x="455320" y="604596"/>
                  <a:pt x="357808" y="516834"/>
                </a:cubicBezTo>
                <a:cubicBezTo>
                  <a:pt x="322292" y="484870"/>
                  <a:pt x="275246" y="467910"/>
                  <a:pt x="238540" y="437321"/>
                </a:cubicBezTo>
                <a:cubicBezTo>
                  <a:pt x="99408" y="321380"/>
                  <a:pt x="100394" y="286594"/>
                  <a:pt x="0" y="119269"/>
                </a:cubicBezTo>
                <a:lnTo>
                  <a:pt x="388370" y="133307"/>
                </a:lnTo>
                <a:lnTo>
                  <a:pt x="369796" y="123318"/>
                </a:lnTo>
                <a:cubicBezTo>
                  <a:pt x="347940" y="111892"/>
                  <a:pt x="319510" y="97831"/>
                  <a:pt x="278296" y="79513"/>
                </a:cubicBezTo>
                <a:cubicBezTo>
                  <a:pt x="213080" y="50529"/>
                  <a:pt x="145774" y="26504"/>
                  <a:pt x="79512" y="0"/>
                </a:cubicBezTo>
                <a:close/>
              </a:path>
            </a:pathLst>
          </a:cu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9E45EAF-3A8B-9185-9C03-84D6C3C56511}"/>
              </a:ext>
            </a:extLst>
          </p:cNvPr>
          <p:cNvSpPr/>
          <p:nvPr/>
        </p:nvSpPr>
        <p:spPr>
          <a:xfrm>
            <a:off x="38332659" y="9066128"/>
            <a:ext cx="3538330" cy="1192695"/>
          </a:xfrm>
          <a:custGeom>
            <a:avLst/>
            <a:gdLst>
              <a:gd name="connsiteX0" fmla="*/ 79512 w 3538330"/>
              <a:gd name="connsiteY0" fmla="*/ 0 h 1192695"/>
              <a:gd name="connsiteX1" fmla="*/ 3260034 w 3538330"/>
              <a:gd name="connsiteY1" fmla="*/ 79513 h 1192695"/>
              <a:gd name="connsiteX2" fmla="*/ 3140764 w 3538330"/>
              <a:gd name="connsiteY2" fmla="*/ 159026 h 1192695"/>
              <a:gd name="connsiteX3" fmla="*/ 3021496 w 3538330"/>
              <a:gd name="connsiteY3" fmla="*/ 198782 h 1192695"/>
              <a:gd name="connsiteX4" fmla="*/ 2946500 w 3538330"/>
              <a:gd name="connsiteY4" fmla="*/ 225770 h 1192695"/>
              <a:gd name="connsiteX5" fmla="*/ 3299792 w 3538330"/>
              <a:gd name="connsiteY5" fmla="*/ 238539 h 1192695"/>
              <a:gd name="connsiteX6" fmla="*/ 3419060 w 3538330"/>
              <a:gd name="connsiteY6" fmla="*/ 39756 h 1192695"/>
              <a:gd name="connsiteX7" fmla="*/ 3538330 w 3538330"/>
              <a:gd name="connsiteY7" fmla="*/ 159026 h 1192695"/>
              <a:gd name="connsiteX8" fmla="*/ 3419060 w 3538330"/>
              <a:gd name="connsiteY8" fmla="*/ 397565 h 1192695"/>
              <a:gd name="connsiteX9" fmla="*/ 3339548 w 3538330"/>
              <a:gd name="connsiteY9" fmla="*/ 675860 h 1192695"/>
              <a:gd name="connsiteX10" fmla="*/ 3299792 w 3538330"/>
              <a:gd name="connsiteY10" fmla="*/ 795130 h 1192695"/>
              <a:gd name="connsiteX11" fmla="*/ 3180520 w 3538330"/>
              <a:gd name="connsiteY11" fmla="*/ 914400 h 1192695"/>
              <a:gd name="connsiteX12" fmla="*/ 2941982 w 3538330"/>
              <a:gd name="connsiteY12" fmla="*/ 1152939 h 1192695"/>
              <a:gd name="connsiteX13" fmla="*/ 2186608 w 3538330"/>
              <a:gd name="connsiteY13" fmla="*/ 1192695 h 1192695"/>
              <a:gd name="connsiteX14" fmla="*/ 1868556 w 3538330"/>
              <a:gd name="connsiteY14" fmla="*/ 1152939 h 1192695"/>
              <a:gd name="connsiteX15" fmla="*/ 1311964 w 3538330"/>
              <a:gd name="connsiteY15" fmla="*/ 1113182 h 1192695"/>
              <a:gd name="connsiteX16" fmla="*/ 1192696 w 3538330"/>
              <a:gd name="connsiteY16" fmla="*/ 1073426 h 1192695"/>
              <a:gd name="connsiteX17" fmla="*/ 954156 w 3538330"/>
              <a:gd name="connsiteY17" fmla="*/ 1033669 h 1192695"/>
              <a:gd name="connsiteX18" fmla="*/ 636104 w 3538330"/>
              <a:gd name="connsiteY18" fmla="*/ 795130 h 1192695"/>
              <a:gd name="connsiteX19" fmla="*/ 357808 w 3538330"/>
              <a:gd name="connsiteY19" fmla="*/ 516834 h 1192695"/>
              <a:gd name="connsiteX20" fmla="*/ 238540 w 3538330"/>
              <a:gd name="connsiteY20" fmla="*/ 437321 h 1192695"/>
              <a:gd name="connsiteX21" fmla="*/ 0 w 3538330"/>
              <a:gd name="connsiteY21" fmla="*/ 119269 h 1192695"/>
              <a:gd name="connsiteX22" fmla="*/ 388370 w 3538330"/>
              <a:gd name="connsiteY22" fmla="*/ 133307 h 1192695"/>
              <a:gd name="connsiteX23" fmla="*/ 369796 w 3538330"/>
              <a:gd name="connsiteY23" fmla="*/ 123318 h 1192695"/>
              <a:gd name="connsiteX24" fmla="*/ 278296 w 3538330"/>
              <a:gd name="connsiteY24" fmla="*/ 79513 h 1192695"/>
              <a:gd name="connsiteX25" fmla="*/ 79512 w 3538330"/>
              <a:gd name="connsiteY25" fmla="*/ 0 h 11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538330" h="1192695">
                <a:moveTo>
                  <a:pt x="79512" y="0"/>
                </a:moveTo>
                <a:lnTo>
                  <a:pt x="3260034" y="79513"/>
                </a:lnTo>
                <a:cubicBezTo>
                  <a:pt x="3260034" y="161176"/>
                  <a:pt x="3272606" y="115079"/>
                  <a:pt x="3140764" y="159026"/>
                </a:cubicBezTo>
                <a:lnTo>
                  <a:pt x="3021496" y="198782"/>
                </a:lnTo>
                <a:lnTo>
                  <a:pt x="2946500" y="225770"/>
                </a:lnTo>
                <a:lnTo>
                  <a:pt x="3299792" y="238539"/>
                </a:lnTo>
                <a:cubicBezTo>
                  <a:pt x="3299792" y="177124"/>
                  <a:pt x="3266712" y="14364"/>
                  <a:pt x="3419060" y="39756"/>
                </a:cubicBezTo>
                <a:cubicBezTo>
                  <a:pt x="3474520" y="48999"/>
                  <a:pt x="3498572" y="119269"/>
                  <a:pt x="3538330" y="159026"/>
                </a:cubicBezTo>
                <a:cubicBezTo>
                  <a:pt x="3438398" y="458818"/>
                  <a:pt x="3573200" y="89281"/>
                  <a:pt x="3419060" y="397565"/>
                </a:cubicBezTo>
                <a:cubicBezTo>
                  <a:pt x="3387288" y="461109"/>
                  <a:pt x="3356528" y="616422"/>
                  <a:pt x="3339548" y="675860"/>
                </a:cubicBezTo>
                <a:cubicBezTo>
                  <a:pt x="3328034" y="716155"/>
                  <a:pt x="3313044" y="755373"/>
                  <a:pt x="3299792" y="795130"/>
                </a:cubicBezTo>
                <a:lnTo>
                  <a:pt x="3180520" y="914400"/>
                </a:lnTo>
                <a:cubicBezTo>
                  <a:pt x="3101008" y="993913"/>
                  <a:pt x="3050266" y="1122620"/>
                  <a:pt x="2941982" y="1152939"/>
                </a:cubicBezTo>
                <a:lnTo>
                  <a:pt x="2186608" y="1192695"/>
                </a:lnTo>
                <a:cubicBezTo>
                  <a:pt x="2080592" y="1179443"/>
                  <a:pt x="1974960" y="1162612"/>
                  <a:pt x="1868556" y="1152939"/>
                </a:cubicBezTo>
                <a:cubicBezTo>
                  <a:pt x="1683316" y="1136099"/>
                  <a:pt x="1496694" y="1134915"/>
                  <a:pt x="1311964" y="1113182"/>
                </a:cubicBezTo>
                <a:cubicBezTo>
                  <a:pt x="1270344" y="1108286"/>
                  <a:pt x="1233604" y="1082517"/>
                  <a:pt x="1192696" y="1073426"/>
                </a:cubicBezTo>
                <a:cubicBezTo>
                  <a:pt x="1114004" y="1055939"/>
                  <a:pt x="1033668" y="1046921"/>
                  <a:pt x="954156" y="1033669"/>
                </a:cubicBezTo>
                <a:cubicBezTo>
                  <a:pt x="823436" y="1011882"/>
                  <a:pt x="742120" y="874643"/>
                  <a:pt x="636104" y="795130"/>
                </a:cubicBezTo>
                <a:cubicBezTo>
                  <a:pt x="531152" y="716416"/>
                  <a:pt x="455320" y="604596"/>
                  <a:pt x="357808" y="516834"/>
                </a:cubicBezTo>
                <a:cubicBezTo>
                  <a:pt x="322292" y="484870"/>
                  <a:pt x="275246" y="467910"/>
                  <a:pt x="238540" y="437321"/>
                </a:cubicBezTo>
                <a:cubicBezTo>
                  <a:pt x="99408" y="321380"/>
                  <a:pt x="100394" y="286594"/>
                  <a:pt x="0" y="119269"/>
                </a:cubicBezTo>
                <a:lnTo>
                  <a:pt x="388370" y="133307"/>
                </a:lnTo>
                <a:lnTo>
                  <a:pt x="369796" y="123318"/>
                </a:lnTo>
                <a:cubicBezTo>
                  <a:pt x="347940" y="111892"/>
                  <a:pt x="319510" y="97831"/>
                  <a:pt x="278296" y="79513"/>
                </a:cubicBezTo>
                <a:cubicBezTo>
                  <a:pt x="213080" y="50529"/>
                  <a:pt x="145774" y="26504"/>
                  <a:pt x="79512" y="0"/>
                </a:cubicBezTo>
                <a:close/>
              </a:path>
            </a:pathLst>
          </a:cu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D9A03B9-CDEC-DF3D-1A4C-472CAE38A39B}"/>
              </a:ext>
            </a:extLst>
          </p:cNvPr>
          <p:cNvSpPr/>
          <p:nvPr/>
        </p:nvSpPr>
        <p:spPr>
          <a:xfrm>
            <a:off x="39813595" y="9543213"/>
            <a:ext cx="3538330" cy="1192695"/>
          </a:xfrm>
          <a:custGeom>
            <a:avLst/>
            <a:gdLst>
              <a:gd name="connsiteX0" fmla="*/ 79512 w 3538330"/>
              <a:gd name="connsiteY0" fmla="*/ 0 h 1192695"/>
              <a:gd name="connsiteX1" fmla="*/ 3260034 w 3538330"/>
              <a:gd name="connsiteY1" fmla="*/ 79513 h 1192695"/>
              <a:gd name="connsiteX2" fmla="*/ 3140764 w 3538330"/>
              <a:gd name="connsiteY2" fmla="*/ 159026 h 1192695"/>
              <a:gd name="connsiteX3" fmla="*/ 3021496 w 3538330"/>
              <a:gd name="connsiteY3" fmla="*/ 198782 h 1192695"/>
              <a:gd name="connsiteX4" fmla="*/ 2946500 w 3538330"/>
              <a:gd name="connsiteY4" fmla="*/ 225770 h 1192695"/>
              <a:gd name="connsiteX5" fmla="*/ 3299792 w 3538330"/>
              <a:gd name="connsiteY5" fmla="*/ 238539 h 1192695"/>
              <a:gd name="connsiteX6" fmla="*/ 3419060 w 3538330"/>
              <a:gd name="connsiteY6" fmla="*/ 39756 h 1192695"/>
              <a:gd name="connsiteX7" fmla="*/ 3538330 w 3538330"/>
              <a:gd name="connsiteY7" fmla="*/ 159026 h 1192695"/>
              <a:gd name="connsiteX8" fmla="*/ 3419060 w 3538330"/>
              <a:gd name="connsiteY8" fmla="*/ 397565 h 1192695"/>
              <a:gd name="connsiteX9" fmla="*/ 3339548 w 3538330"/>
              <a:gd name="connsiteY9" fmla="*/ 675860 h 1192695"/>
              <a:gd name="connsiteX10" fmla="*/ 3299792 w 3538330"/>
              <a:gd name="connsiteY10" fmla="*/ 795130 h 1192695"/>
              <a:gd name="connsiteX11" fmla="*/ 3180520 w 3538330"/>
              <a:gd name="connsiteY11" fmla="*/ 914400 h 1192695"/>
              <a:gd name="connsiteX12" fmla="*/ 2941982 w 3538330"/>
              <a:gd name="connsiteY12" fmla="*/ 1152939 h 1192695"/>
              <a:gd name="connsiteX13" fmla="*/ 2186608 w 3538330"/>
              <a:gd name="connsiteY13" fmla="*/ 1192695 h 1192695"/>
              <a:gd name="connsiteX14" fmla="*/ 1868556 w 3538330"/>
              <a:gd name="connsiteY14" fmla="*/ 1152939 h 1192695"/>
              <a:gd name="connsiteX15" fmla="*/ 1311964 w 3538330"/>
              <a:gd name="connsiteY15" fmla="*/ 1113182 h 1192695"/>
              <a:gd name="connsiteX16" fmla="*/ 1192696 w 3538330"/>
              <a:gd name="connsiteY16" fmla="*/ 1073426 h 1192695"/>
              <a:gd name="connsiteX17" fmla="*/ 954156 w 3538330"/>
              <a:gd name="connsiteY17" fmla="*/ 1033669 h 1192695"/>
              <a:gd name="connsiteX18" fmla="*/ 636104 w 3538330"/>
              <a:gd name="connsiteY18" fmla="*/ 795130 h 1192695"/>
              <a:gd name="connsiteX19" fmla="*/ 357808 w 3538330"/>
              <a:gd name="connsiteY19" fmla="*/ 516834 h 1192695"/>
              <a:gd name="connsiteX20" fmla="*/ 238540 w 3538330"/>
              <a:gd name="connsiteY20" fmla="*/ 437321 h 1192695"/>
              <a:gd name="connsiteX21" fmla="*/ 0 w 3538330"/>
              <a:gd name="connsiteY21" fmla="*/ 119269 h 1192695"/>
              <a:gd name="connsiteX22" fmla="*/ 388370 w 3538330"/>
              <a:gd name="connsiteY22" fmla="*/ 133307 h 1192695"/>
              <a:gd name="connsiteX23" fmla="*/ 369796 w 3538330"/>
              <a:gd name="connsiteY23" fmla="*/ 123318 h 1192695"/>
              <a:gd name="connsiteX24" fmla="*/ 278296 w 3538330"/>
              <a:gd name="connsiteY24" fmla="*/ 79513 h 1192695"/>
              <a:gd name="connsiteX25" fmla="*/ 79512 w 3538330"/>
              <a:gd name="connsiteY25" fmla="*/ 0 h 11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538330" h="1192695">
                <a:moveTo>
                  <a:pt x="79512" y="0"/>
                </a:moveTo>
                <a:lnTo>
                  <a:pt x="3260034" y="79513"/>
                </a:lnTo>
                <a:cubicBezTo>
                  <a:pt x="3260034" y="161176"/>
                  <a:pt x="3272606" y="115079"/>
                  <a:pt x="3140764" y="159026"/>
                </a:cubicBezTo>
                <a:lnTo>
                  <a:pt x="3021496" y="198782"/>
                </a:lnTo>
                <a:lnTo>
                  <a:pt x="2946500" y="225770"/>
                </a:lnTo>
                <a:lnTo>
                  <a:pt x="3299792" y="238539"/>
                </a:lnTo>
                <a:cubicBezTo>
                  <a:pt x="3299792" y="177124"/>
                  <a:pt x="3266712" y="14364"/>
                  <a:pt x="3419060" y="39756"/>
                </a:cubicBezTo>
                <a:cubicBezTo>
                  <a:pt x="3474520" y="48999"/>
                  <a:pt x="3498572" y="119269"/>
                  <a:pt x="3538330" y="159026"/>
                </a:cubicBezTo>
                <a:cubicBezTo>
                  <a:pt x="3438398" y="458818"/>
                  <a:pt x="3573200" y="89281"/>
                  <a:pt x="3419060" y="397565"/>
                </a:cubicBezTo>
                <a:cubicBezTo>
                  <a:pt x="3387288" y="461109"/>
                  <a:pt x="3356528" y="616422"/>
                  <a:pt x="3339548" y="675860"/>
                </a:cubicBezTo>
                <a:cubicBezTo>
                  <a:pt x="3328034" y="716155"/>
                  <a:pt x="3313044" y="755373"/>
                  <a:pt x="3299792" y="795130"/>
                </a:cubicBezTo>
                <a:lnTo>
                  <a:pt x="3180520" y="914400"/>
                </a:lnTo>
                <a:cubicBezTo>
                  <a:pt x="3101008" y="993913"/>
                  <a:pt x="3050266" y="1122620"/>
                  <a:pt x="2941982" y="1152939"/>
                </a:cubicBezTo>
                <a:lnTo>
                  <a:pt x="2186608" y="1192695"/>
                </a:lnTo>
                <a:cubicBezTo>
                  <a:pt x="2080592" y="1179443"/>
                  <a:pt x="1974960" y="1162612"/>
                  <a:pt x="1868556" y="1152939"/>
                </a:cubicBezTo>
                <a:cubicBezTo>
                  <a:pt x="1683316" y="1136099"/>
                  <a:pt x="1496694" y="1134915"/>
                  <a:pt x="1311964" y="1113182"/>
                </a:cubicBezTo>
                <a:cubicBezTo>
                  <a:pt x="1270344" y="1108286"/>
                  <a:pt x="1233604" y="1082517"/>
                  <a:pt x="1192696" y="1073426"/>
                </a:cubicBezTo>
                <a:cubicBezTo>
                  <a:pt x="1114004" y="1055939"/>
                  <a:pt x="1033668" y="1046921"/>
                  <a:pt x="954156" y="1033669"/>
                </a:cubicBezTo>
                <a:cubicBezTo>
                  <a:pt x="823436" y="1011882"/>
                  <a:pt x="742120" y="874643"/>
                  <a:pt x="636104" y="795130"/>
                </a:cubicBezTo>
                <a:cubicBezTo>
                  <a:pt x="531152" y="716416"/>
                  <a:pt x="455320" y="604596"/>
                  <a:pt x="357808" y="516834"/>
                </a:cubicBezTo>
                <a:cubicBezTo>
                  <a:pt x="322292" y="484870"/>
                  <a:pt x="275246" y="467910"/>
                  <a:pt x="238540" y="437321"/>
                </a:cubicBezTo>
                <a:cubicBezTo>
                  <a:pt x="99408" y="321380"/>
                  <a:pt x="100394" y="286594"/>
                  <a:pt x="0" y="119269"/>
                </a:cubicBezTo>
                <a:lnTo>
                  <a:pt x="388370" y="133307"/>
                </a:lnTo>
                <a:lnTo>
                  <a:pt x="369796" y="123318"/>
                </a:lnTo>
                <a:cubicBezTo>
                  <a:pt x="347940" y="111892"/>
                  <a:pt x="319510" y="97831"/>
                  <a:pt x="278296" y="79513"/>
                </a:cubicBezTo>
                <a:cubicBezTo>
                  <a:pt x="213080" y="50529"/>
                  <a:pt x="145774" y="26504"/>
                  <a:pt x="79512" y="0"/>
                </a:cubicBezTo>
                <a:close/>
              </a:path>
            </a:pathLst>
          </a:cu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111854-CF8F-F536-1614-E26D9F57A81C}"/>
              </a:ext>
            </a:extLst>
          </p:cNvPr>
          <p:cNvSpPr/>
          <p:nvPr/>
        </p:nvSpPr>
        <p:spPr>
          <a:xfrm>
            <a:off x="29360196" y="11012559"/>
            <a:ext cx="695605" cy="695605"/>
          </a:xfrm>
          <a:prstGeom prst="ellipse">
            <a:avLst/>
          </a:pr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2F740A-3551-C6DA-1CFA-DB3D265F4ED0}"/>
              </a:ext>
            </a:extLst>
          </p:cNvPr>
          <p:cNvSpPr/>
          <p:nvPr/>
        </p:nvSpPr>
        <p:spPr>
          <a:xfrm>
            <a:off x="29360195" y="13051435"/>
            <a:ext cx="695605" cy="695605"/>
          </a:xfrm>
          <a:prstGeom prst="ellipse">
            <a:avLst/>
          </a:pr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E1F23F-AB70-D2BD-18D9-8F882E12F015}"/>
              </a:ext>
            </a:extLst>
          </p:cNvPr>
          <p:cNvSpPr/>
          <p:nvPr/>
        </p:nvSpPr>
        <p:spPr>
          <a:xfrm>
            <a:off x="30443562" y="13191730"/>
            <a:ext cx="695605" cy="695605"/>
          </a:xfrm>
          <a:prstGeom prst="ellipse">
            <a:avLst/>
          </a:pr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8B8507-D921-121F-A5B8-306C538A8F15}"/>
              </a:ext>
            </a:extLst>
          </p:cNvPr>
          <p:cNvSpPr/>
          <p:nvPr/>
        </p:nvSpPr>
        <p:spPr>
          <a:xfrm>
            <a:off x="31437405" y="13072458"/>
            <a:ext cx="695605" cy="695605"/>
          </a:xfrm>
          <a:prstGeom prst="ellipse">
            <a:avLst/>
          </a:prstGeom>
          <a:solidFill>
            <a:srgbClr val="92D050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152268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2381" y="0"/>
            <a:ext cx="48768000" cy="3921656"/>
          </a:xfrm>
        </p:spPr>
        <p:txBody>
          <a:bodyPr vert="horz" lIns="1920000" tIns="1540800" rIns="1920000" bIns="182880" rtlCol="0" anchor="t" anchorCtr="0">
            <a:noAutofit/>
          </a:bodyPr>
          <a:lstStyle/>
          <a:p>
            <a:pPr>
              <a:lnSpc>
                <a:spcPct val="100%"/>
              </a:lnSpc>
              <a:spcBef>
                <a:spcPts val="0"/>
              </a:spcBef>
            </a:pPr>
            <a:r>
              <a:rPr lang="ja-JP" altLang="en-US" sz="11200" b="1" dirty="0">
                <a:latin typeface="+mj-ea"/>
              </a:rPr>
              <a:t>クラス関係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>
                <a:solidFill>
                  <a:srgbClr val="FFFFFF">
                    <a:tint val="75%"/>
                  </a:srgbClr>
                </a:solidFill>
              </a:rPr>
              <a:pPr/>
              <a:t>3</a:t>
            </a:fld>
            <a:endParaRPr lang="ja-JP" altLang="en-US">
              <a:solidFill>
                <a:srgbClr val="FFFFFF">
                  <a:tint val="75%"/>
                </a:srgb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2381" y="3365072"/>
            <a:ext cx="48768000" cy="0"/>
          </a:xfrm>
          <a:prstGeom prst="line">
            <a:avLst/>
          </a:prstGeom>
          <a:ln w="1016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8">
            <a:extLst>
              <a:ext uri="{FF2B5EF4-FFF2-40B4-BE49-F238E27FC236}">
                <a16:creationId xmlns:a16="http://schemas.microsoft.com/office/drawing/2014/main" id="{F4AF0DA2-4D71-2E49-B5EB-5FD432953F8F}"/>
              </a:ext>
            </a:extLst>
          </p:cNvPr>
          <p:cNvSpPr txBox="1"/>
          <p:nvPr/>
        </p:nvSpPr>
        <p:spPr>
          <a:xfrm>
            <a:off x="2747222" y="3921656"/>
            <a:ext cx="36042631" cy="210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%"/>
              </a:lnSpc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・各クラスは以下の関係を持っている。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623CEA8-83E7-D7B7-30A6-00896A325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17263" y="10349575"/>
            <a:ext cx="45538235" cy="85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51937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2381" y="0"/>
            <a:ext cx="48768000" cy="3921656"/>
          </a:xfrm>
        </p:spPr>
        <p:txBody>
          <a:bodyPr vert="horz" lIns="1920000" tIns="1540800" rIns="1920000" bIns="182880" rtlCol="0" anchor="t" anchorCtr="0">
            <a:noAutofit/>
          </a:bodyPr>
          <a:lstStyle/>
          <a:p>
            <a:pPr>
              <a:lnSpc>
                <a:spcPct val="100%"/>
              </a:lnSpc>
              <a:spcBef>
                <a:spcPts val="0"/>
              </a:spcBef>
            </a:pPr>
            <a:r>
              <a:rPr lang="ja-JP" altLang="en-US" sz="11200" b="1" dirty="0">
                <a:latin typeface="+mj-ea"/>
              </a:rPr>
              <a:t>アクティビティー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>
                <a:solidFill>
                  <a:srgbClr val="FFFFFF">
                    <a:tint val="75%"/>
                  </a:srgbClr>
                </a:solidFill>
              </a:rPr>
              <a:pPr/>
              <a:t>4</a:t>
            </a:fld>
            <a:endParaRPr lang="ja-JP" altLang="en-US">
              <a:solidFill>
                <a:srgbClr val="FFFFFF">
                  <a:tint val="75%"/>
                </a:srgb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2381" y="3365072"/>
            <a:ext cx="48768000" cy="0"/>
          </a:xfrm>
          <a:prstGeom prst="line">
            <a:avLst/>
          </a:prstGeom>
          <a:ln w="1016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8">
            <a:extLst>
              <a:ext uri="{FF2B5EF4-FFF2-40B4-BE49-F238E27FC236}">
                <a16:creationId xmlns:a16="http://schemas.microsoft.com/office/drawing/2014/main" id="{F4AF0DA2-4D71-2E49-B5EB-5FD432953F8F}"/>
              </a:ext>
            </a:extLst>
          </p:cNvPr>
          <p:cNvSpPr txBox="1"/>
          <p:nvPr/>
        </p:nvSpPr>
        <p:spPr>
          <a:xfrm>
            <a:off x="2747222" y="3921656"/>
            <a:ext cx="36042631" cy="210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%"/>
              </a:lnSpc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・あああああああ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416071-08E4-9A6F-803B-A8E00EB55660}"/>
              </a:ext>
            </a:extLst>
          </p:cNvPr>
          <p:cNvCxnSpPr/>
          <p:nvPr/>
        </p:nvCxnSpPr>
        <p:spPr>
          <a:xfrm>
            <a:off x="3379303" y="7315199"/>
            <a:ext cx="0" cy="1502796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81B575-1486-EB47-C6A9-5007C30620E4}"/>
              </a:ext>
            </a:extLst>
          </p:cNvPr>
          <p:cNvCxnSpPr/>
          <p:nvPr/>
        </p:nvCxnSpPr>
        <p:spPr>
          <a:xfrm>
            <a:off x="11960086" y="7315199"/>
            <a:ext cx="0" cy="1502796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BEB4AE-5BC0-43A5-FCB5-0BE518CF0525}"/>
              </a:ext>
            </a:extLst>
          </p:cNvPr>
          <p:cNvCxnSpPr/>
          <p:nvPr/>
        </p:nvCxnSpPr>
        <p:spPr>
          <a:xfrm>
            <a:off x="20620382" y="7706138"/>
            <a:ext cx="0" cy="1502796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9E08AE-D1B1-A519-41D6-275781C0B247}"/>
              </a:ext>
            </a:extLst>
          </p:cNvPr>
          <p:cNvCxnSpPr/>
          <p:nvPr/>
        </p:nvCxnSpPr>
        <p:spPr>
          <a:xfrm>
            <a:off x="38789853" y="8262730"/>
            <a:ext cx="0" cy="1502796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172AEE-A994-90F8-2C78-54C7B86BB0C1}"/>
              </a:ext>
            </a:extLst>
          </p:cNvPr>
          <p:cNvCxnSpPr/>
          <p:nvPr/>
        </p:nvCxnSpPr>
        <p:spPr>
          <a:xfrm>
            <a:off x="29393321" y="7858538"/>
            <a:ext cx="0" cy="15027966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8">
            <a:extLst>
              <a:ext uri="{FF2B5EF4-FFF2-40B4-BE49-F238E27FC236}">
                <a16:creationId xmlns:a16="http://schemas.microsoft.com/office/drawing/2014/main" id="{230A348A-F2EB-5511-E7C7-1E9ABF075F33}"/>
              </a:ext>
            </a:extLst>
          </p:cNvPr>
          <p:cNvSpPr txBox="1"/>
          <p:nvPr/>
        </p:nvSpPr>
        <p:spPr>
          <a:xfrm>
            <a:off x="4270512" y="6051088"/>
            <a:ext cx="6798366" cy="142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%"/>
              </a:lnSpc>
            </a:pPr>
            <a:r>
              <a:rPr lang="ja-JP" altLang="en-US" sz="6600" dirty="0">
                <a:solidFill>
                  <a:srgbClr val="FFFFFF"/>
                </a:solidFill>
                <a:latin typeface="+mn-ea"/>
              </a:rPr>
              <a:t>ユーザー</a:t>
            </a:r>
            <a:endParaRPr lang="en-US" altLang="ja-JP" sz="66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4" name="テキスト ボックス 8">
            <a:extLst>
              <a:ext uri="{FF2B5EF4-FFF2-40B4-BE49-F238E27FC236}">
                <a16:creationId xmlns:a16="http://schemas.microsoft.com/office/drawing/2014/main" id="{94091021-F5B0-0919-69C5-1F9E30D84929}"/>
              </a:ext>
            </a:extLst>
          </p:cNvPr>
          <p:cNvSpPr txBox="1"/>
          <p:nvPr/>
        </p:nvSpPr>
        <p:spPr>
          <a:xfrm>
            <a:off x="12891051" y="6051088"/>
            <a:ext cx="6798366" cy="142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%"/>
              </a:lnSpc>
            </a:pPr>
            <a:r>
              <a:rPr lang="en-US" altLang="ja-JP" sz="6600" dirty="0">
                <a:solidFill>
                  <a:srgbClr val="FFFFFF"/>
                </a:solidFill>
                <a:latin typeface="+mn-ea"/>
              </a:rPr>
              <a:t>V</a:t>
            </a:r>
            <a:r>
              <a:rPr lang="ja-JP" altLang="en-US" sz="6600" dirty="0">
                <a:solidFill>
                  <a:srgbClr val="FFFFFF"/>
                </a:solidFill>
                <a:latin typeface="+mn-ea"/>
              </a:rPr>
              <a:t>キャス</a:t>
            </a:r>
            <a:endParaRPr lang="en-US" altLang="ja-JP" sz="66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" name="テキスト ボックス 8">
            <a:extLst>
              <a:ext uri="{FF2B5EF4-FFF2-40B4-BE49-F238E27FC236}">
                <a16:creationId xmlns:a16="http://schemas.microsoft.com/office/drawing/2014/main" id="{3B09FD88-F56C-0CEB-8D45-3C3E7732DB97}"/>
              </a:ext>
            </a:extLst>
          </p:cNvPr>
          <p:cNvSpPr txBox="1"/>
          <p:nvPr/>
        </p:nvSpPr>
        <p:spPr>
          <a:xfrm>
            <a:off x="21511590" y="6051088"/>
            <a:ext cx="6798366" cy="142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%"/>
              </a:lnSpc>
            </a:pPr>
            <a:r>
              <a:rPr lang="ja-JP" altLang="en-US" sz="6600" dirty="0">
                <a:solidFill>
                  <a:srgbClr val="FFFFFF"/>
                </a:solidFill>
                <a:latin typeface="+mn-ea"/>
              </a:rPr>
              <a:t>枝豆</a:t>
            </a:r>
            <a:endParaRPr lang="en-US" altLang="ja-JP" sz="66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6" name="テキスト ボックス 8">
            <a:extLst>
              <a:ext uri="{FF2B5EF4-FFF2-40B4-BE49-F238E27FC236}">
                <a16:creationId xmlns:a16="http://schemas.microsoft.com/office/drawing/2014/main" id="{C4860CC6-45C9-6D15-9E57-6DC92849EFB4}"/>
              </a:ext>
            </a:extLst>
          </p:cNvPr>
          <p:cNvSpPr txBox="1"/>
          <p:nvPr/>
        </p:nvSpPr>
        <p:spPr>
          <a:xfrm>
            <a:off x="30847746" y="6056353"/>
            <a:ext cx="6798366" cy="142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%"/>
              </a:lnSpc>
            </a:pPr>
            <a:r>
              <a:rPr lang="ja-JP" altLang="en-US" sz="6600" dirty="0">
                <a:solidFill>
                  <a:srgbClr val="FFFFFF"/>
                </a:solidFill>
                <a:latin typeface="+mn-ea"/>
              </a:rPr>
              <a:t>お豆さん</a:t>
            </a:r>
            <a:endParaRPr lang="en-US" altLang="ja-JP" sz="6600" dirty="0">
              <a:solidFill>
                <a:srgbClr val="FFFF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6506877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2381" y="0"/>
            <a:ext cx="48768000" cy="3921656"/>
          </a:xfrm>
        </p:spPr>
        <p:txBody>
          <a:bodyPr vert="horz" lIns="1920000" tIns="1540800" rIns="1920000" bIns="182880" rtlCol="0" anchor="t" anchorCtr="0">
            <a:noAutofit/>
          </a:bodyPr>
          <a:lstStyle/>
          <a:p>
            <a:pPr>
              <a:lnSpc>
                <a:spcPct val="100%"/>
              </a:lnSpc>
              <a:spcBef>
                <a:spcPts val="0"/>
              </a:spcBef>
            </a:pPr>
            <a:r>
              <a:rPr lang="ja-JP" altLang="en-US" sz="11200" b="1" dirty="0">
                <a:latin typeface="+mj-ea"/>
              </a:rPr>
              <a:t>機能一覧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>
                <a:solidFill>
                  <a:srgbClr val="FFFFFF">
                    <a:tint val="75%"/>
                  </a:srgbClr>
                </a:solidFill>
              </a:rPr>
              <a:pPr/>
              <a:t>5</a:t>
            </a:fld>
            <a:endParaRPr lang="ja-JP" altLang="en-US">
              <a:solidFill>
                <a:srgbClr val="FFFFFF">
                  <a:tint val="75%"/>
                </a:srgb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2381" y="3365072"/>
            <a:ext cx="48768000" cy="0"/>
          </a:xfrm>
          <a:prstGeom prst="line">
            <a:avLst/>
          </a:prstGeom>
          <a:ln w="1016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8">
            <a:extLst>
              <a:ext uri="{FF2B5EF4-FFF2-40B4-BE49-F238E27FC236}">
                <a16:creationId xmlns:a16="http://schemas.microsoft.com/office/drawing/2014/main" id="{F4AF0DA2-4D71-2E49-B5EB-5FD432953F8F}"/>
              </a:ext>
            </a:extLst>
          </p:cNvPr>
          <p:cNvSpPr txBox="1"/>
          <p:nvPr/>
        </p:nvSpPr>
        <p:spPr>
          <a:xfrm>
            <a:off x="1952091" y="3921656"/>
            <a:ext cx="36042631" cy="210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%"/>
              </a:lnSpc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・枝豆には以下の機能がある。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C3E16E-1B71-2DEA-2F68-21837DDCA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794376"/>
              </p:ext>
            </p:extLst>
          </p:nvPr>
        </p:nvGraphicFramePr>
        <p:xfrm>
          <a:off x="2642392" y="7286728"/>
          <a:ext cx="43514928" cy="6693120"/>
        </p:xfrm>
        <a:graphic>
          <a:graphicData uri="http://purl.oclc.org/ooxml/drawingml/table">
            <a:tbl>
              <a:tblPr firstRow="1" bandRow="1">
                <a:tableStyleId>{5C22544A-7EE6-4342-B048-85BDC9FD1C3A}</a:tableStyleId>
              </a:tblPr>
              <a:tblGrid>
                <a:gridCol w="2287417">
                  <a:extLst>
                    <a:ext uri="{9D8B030D-6E8A-4147-A177-3AD203B41FA5}">
                      <a16:colId xmlns:a16="http://schemas.microsoft.com/office/drawing/2014/main" val="3890891910"/>
                    </a:ext>
                  </a:extLst>
                </a:gridCol>
                <a:gridCol w="13318434">
                  <a:extLst>
                    <a:ext uri="{9D8B030D-6E8A-4147-A177-3AD203B41FA5}">
                      <a16:colId xmlns:a16="http://schemas.microsoft.com/office/drawing/2014/main" val="1470206624"/>
                    </a:ext>
                  </a:extLst>
                </a:gridCol>
                <a:gridCol w="21468522">
                  <a:extLst>
                    <a:ext uri="{9D8B030D-6E8A-4147-A177-3AD203B41FA5}">
                      <a16:colId xmlns:a16="http://schemas.microsoft.com/office/drawing/2014/main" val="4027621452"/>
                    </a:ext>
                  </a:extLst>
                </a:gridCol>
                <a:gridCol w="6440555">
                  <a:extLst>
                    <a:ext uri="{9D8B030D-6E8A-4147-A177-3AD203B41FA5}">
                      <a16:colId xmlns:a16="http://schemas.microsoft.com/office/drawing/2014/main" val="861163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No.</a:t>
                      </a:r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機能</a:t>
                      </a:r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関係オブジェクト</a:t>
                      </a:r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備考</a:t>
                      </a:r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3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押されたら豆が飛び出す</a:t>
                      </a:r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main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controller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edamame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 err="1"/>
                        <a:t>mame</a:t>
                      </a:r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158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へごちんで食べれる</a:t>
                      </a:r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main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controller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edamame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 err="1"/>
                        <a:t>mame</a:t>
                      </a:r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54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/>
                        <a:t>3</a:t>
                      </a:r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use</a:t>
                      </a:r>
                      <a:r>
                        <a:rPr kumimoji="1" lang="ja-JP" altLang="en-US" dirty="0"/>
                        <a:t>したら元の位置に戻る</a:t>
                      </a:r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6576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main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controller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/>
                        <a:t>edamame</a:t>
                      </a:r>
                      <a:r>
                        <a:rPr kumimoji="1" lang="ja-JP" altLang="en-US" dirty="0"/>
                        <a:t>、</a:t>
                      </a:r>
                      <a:r>
                        <a:rPr kumimoji="1" lang="en-US" altLang="ja-JP" dirty="0" err="1"/>
                        <a:t>mame</a:t>
                      </a:r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marL="360000" marR="360000" marT="288000" marB="288000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874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473900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2381" y="0"/>
            <a:ext cx="48768000" cy="3921656"/>
          </a:xfrm>
        </p:spPr>
        <p:txBody>
          <a:bodyPr vert="horz" lIns="1920000" tIns="1540800" rIns="1920000" bIns="182880" rtlCol="0" anchor="t" anchorCtr="0">
            <a:noAutofit/>
          </a:bodyPr>
          <a:lstStyle/>
          <a:p>
            <a:pPr>
              <a:lnSpc>
                <a:spcPct val="100%"/>
              </a:lnSpc>
              <a:spcBef>
                <a:spcPts val="0"/>
              </a:spcBef>
            </a:pPr>
            <a:r>
              <a:rPr lang="ja-JP" altLang="en-US" sz="11200" b="1" dirty="0">
                <a:latin typeface="+mj-ea"/>
              </a:rPr>
              <a:t>ああああああ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>
                <a:solidFill>
                  <a:srgbClr val="FFFFFF">
                    <a:tint val="75%"/>
                  </a:srgbClr>
                </a:solidFill>
              </a:rPr>
              <a:pPr/>
              <a:t>6</a:t>
            </a:fld>
            <a:endParaRPr lang="ja-JP" altLang="en-US">
              <a:solidFill>
                <a:srgbClr val="FFFFFF">
                  <a:tint val="75%"/>
                </a:srgb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2381" y="3365072"/>
            <a:ext cx="48768000" cy="0"/>
          </a:xfrm>
          <a:prstGeom prst="line">
            <a:avLst/>
          </a:prstGeom>
          <a:ln w="1016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8">
            <a:extLst>
              <a:ext uri="{FF2B5EF4-FFF2-40B4-BE49-F238E27FC236}">
                <a16:creationId xmlns:a16="http://schemas.microsoft.com/office/drawing/2014/main" id="{F4AF0DA2-4D71-2E49-B5EB-5FD432953F8F}"/>
              </a:ext>
            </a:extLst>
          </p:cNvPr>
          <p:cNvSpPr txBox="1"/>
          <p:nvPr/>
        </p:nvSpPr>
        <p:spPr>
          <a:xfrm>
            <a:off x="6365065" y="4516025"/>
            <a:ext cx="36042631" cy="210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%"/>
              </a:lnSpc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・ああああああ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" name="右矢印 10">
            <a:extLst>
              <a:ext uri="{FF2B5EF4-FFF2-40B4-BE49-F238E27FC236}">
                <a16:creationId xmlns:a16="http://schemas.microsoft.com/office/drawing/2014/main" id="{C28D8253-B98F-E242-A1A5-65C273BE0CFF}"/>
              </a:ext>
            </a:extLst>
          </p:cNvPr>
          <p:cNvSpPr/>
          <p:nvPr/>
        </p:nvSpPr>
        <p:spPr>
          <a:xfrm rot="5400000">
            <a:off x="22392115" y="10548029"/>
            <a:ext cx="3990119" cy="3021919"/>
          </a:xfrm>
          <a:prstGeom prst="rightArrow">
            <a:avLst/>
          </a:prstGeom>
          <a:gradFill>
            <a:gsLst>
              <a:gs pos="0%">
                <a:srgbClr val="F0FFEA"/>
              </a:gs>
              <a:gs pos="100%">
                <a:srgbClr val="D8FFA0"/>
              </a:gs>
            </a:gsLst>
            <a:lin ang="5400000" scaled="1"/>
          </a:gradFill>
          <a:ln w="101600">
            <a:solidFill>
              <a:srgbClr val="A0C050"/>
            </a:solidFill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128037"/>
      </p:ext>
    </p:extLst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ph type="title"/>
          </p:nvPr>
        </p:nvSpPr>
        <p:spPr>
          <a:xfrm>
            <a:off x="2381" y="0"/>
            <a:ext cx="48768000" cy="3921656"/>
          </a:xfrm>
        </p:spPr>
        <p:txBody>
          <a:bodyPr vert="horz" lIns="1920000" tIns="1540800" rIns="1920000" bIns="182880" rtlCol="0" anchor="t" anchorCtr="0">
            <a:noAutofit/>
          </a:bodyPr>
          <a:lstStyle/>
          <a:p>
            <a:pPr>
              <a:lnSpc>
                <a:spcPct val="100%"/>
              </a:lnSpc>
              <a:spcBef>
                <a:spcPts val="0"/>
              </a:spcBef>
            </a:pPr>
            <a:r>
              <a:rPr lang="ja-JP" altLang="en-US" sz="11200" b="1" dirty="0">
                <a:latin typeface="+mj-ea"/>
              </a:rPr>
              <a:t>ああああああ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771-B4B4-410A-BAD7-4A697C813D50}" type="slidenum">
              <a:rPr lang="ja-JP" altLang="en-US" smtClean="0">
                <a:solidFill>
                  <a:srgbClr val="FFFFFF">
                    <a:tint val="75%"/>
                  </a:srgbClr>
                </a:solidFill>
              </a:rPr>
              <a:pPr/>
              <a:t>7</a:t>
            </a:fld>
            <a:endParaRPr lang="ja-JP" altLang="en-US">
              <a:solidFill>
                <a:srgbClr val="FFFFFF">
                  <a:tint val="75%"/>
                </a:srgbClr>
              </a:solidFill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2381" y="3365072"/>
            <a:ext cx="48768000" cy="0"/>
          </a:xfrm>
          <a:prstGeom prst="line">
            <a:avLst/>
          </a:prstGeom>
          <a:ln w="1016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8">
            <a:extLst>
              <a:ext uri="{FF2B5EF4-FFF2-40B4-BE49-F238E27FC236}">
                <a16:creationId xmlns:a16="http://schemas.microsoft.com/office/drawing/2014/main" id="{F4AF0DA2-4D71-2E49-B5EB-5FD432953F8F}"/>
              </a:ext>
            </a:extLst>
          </p:cNvPr>
          <p:cNvSpPr txBox="1"/>
          <p:nvPr/>
        </p:nvSpPr>
        <p:spPr>
          <a:xfrm>
            <a:off x="6365065" y="4516025"/>
            <a:ext cx="36042631" cy="210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%"/>
              </a:lnSpc>
            </a:pPr>
            <a:r>
              <a:rPr lang="ja-JP" altLang="en-US" sz="9600" dirty="0">
                <a:solidFill>
                  <a:srgbClr val="FFFFFF"/>
                </a:solidFill>
                <a:latin typeface="+mn-ea"/>
              </a:rPr>
              <a:t>・ああああああ</a:t>
            </a:r>
            <a:endParaRPr lang="en-US" altLang="ja-JP" sz="96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" name="右矢印 10">
            <a:extLst>
              <a:ext uri="{FF2B5EF4-FFF2-40B4-BE49-F238E27FC236}">
                <a16:creationId xmlns:a16="http://schemas.microsoft.com/office/drawing/2014/main" id="{C28D8253-B98F-E242-A1A5-65C273BE0CFF}"/>
              </a:ext>
            </a:extLst>
          </p:cNvPr>
          <p:cNvSpPr/>
          <p:nvPr/>
        </p:nvSpPr>
        <p:spPr>
          <a:xfrm rot="5400000">
            <a:off x="22392115" y="10548029"/>
            <a:ext cx="3990119" cy="3021919"/>
          </a:xfrm>
          <a:prstGeom prst="rightArrow">
            <a:avLst/>
          </a:prstGeom>
          <a:gradFill>
            <a:gsLst>
              <a:gs pos="0%">
                <a:srgbClr val="F0FFEA"/>
              </a:gs>
              <a:gs pos="100%">
                <a:srgbClr val="D8FFA0"/>
              </a:gs>
            </a:gsLst>
            <a:lin ang="5400000" scaled="1"/>
          </a:gradFill>
          <a:ln w="101600">
            <a:solidFill>
              <a:srgbClr val="A0C050"/>
            </a:solidFill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74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</p:bldLst>
  </p:timing>
</p:sld>
</file>

<file path=ppt/theme/theme1.xml><?xml version="1.0" encoding="utf-8"?>
<a:theme xmlns:a="http://purl.oclc.org/ooxml/drawingml/main" name="Theme1">
  <a:themeElements>
    <a:clrScheme name="ユーザー定義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sWeb-Win">
      <a:majorFont>
        <a:latin typeface="Helvetica Neue OTS"/>
        <a:ea typeface="ヒラギノ角ゴ ProN"/>
        <a:cs typeface=""/>
      </a:majorFont>
      <a:minorFont>
        <a:latin typeface="Helvetica Neue OTS"/>
        <a:ea typeface="ヒラギノ角ゴ ProN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EAD69D0-8DD7-724B-BE86-11E6C8AFB7D3}" vid="{18A090AE-99F3-6B41-825B-2AAC066F9EEA}"/>
    </a:ext>
  </a:extLst>
</a:theme>
</file>

<file path=ppt/theme/theme2.xml><?xml version="1.0" encoding="utf-8"?>
<a:theme xmlns:a="http://purl.oclc.org/ooxml/drawingml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purl.oclc.org/ooxml/officeDocument/extendedProperties" xmlns:vt="http://purl.oclc.org/ooxml/officeDocument/docPropsVTypes">
  <Template>Theme1</Template>
  <TotalTime>25855</TotalTime>
  <Words>172</Words>
  <Application>Microsoft Office PowerPoint</Application>
  <PresentationFormat>Custom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Hiragino Sans W7</vt:lpstr>
      <vt:lpstr>Arial</vt:lpstr>
      <vt:lpstr>Calibri</vt:lpstr>
      <vt:lpstr>Helvetica Neue OTS</vt:lpstr>
      <vt:lpstr>Theme1</vt:lpstr>
      <vt:lpstr>枝豆VCI処理方式書 </vt:lpstr>
      <vt:lpstr>用語集</vt:lpstr>
      <vt:lpstr>クラス関係</vt:lpstr>
      <vt:lpstr>アクティビティー</vt:lpstr>
      <vt:lpstr>機能一覧</vt:lpstr>
      <vt:lpstr>ああああああ</vt:lpstr>
      <vt:lpstr>ああああああ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枝豆VCI処理方式書</dc:title>
  <dc:creator>SKASWEB</dc:creator>
  <cp:lastModifiedBy>SKA 1</cp:lastModifiedBy>
  <cp:revision>686</cp:revision>
  <dcterms:created xsi:type="dcterms:W3CDTF">2016-11-13T05:29:52Z</dcterms:created>
  <dcterms:modified xsi:type="dcterms:W3CDTF">2024-01-21T12:14:25Z</dcterms:modified>
</cp:coreProperties>
</file>